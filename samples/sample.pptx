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000000"/>
                </a:solidFill>
              </a:rPr>
              <a:t>Slide 1: key idea</a:t>
            </a:r>
            <a:endParaRPr lang="en-US" sz="2800" dirty="0"/>
          </a:p>
        </p:txBody>
      </p:sp>
      <p:sp>
        <p:nvSpPr>
          <p:cNvPr id="3" name="Text 1"/>
          <p:cNvSpPr/>
          <p:nvPr/>
        </p:nvSpPr>
        <p:spPr>
          <a:xfrm>
            <a:off x="457200" y="1463040"/>
            <a:ext cx="8229600" cy="2286000"/>
          </a:xfrm>
          <a:prstGeom prst="rect">
            <a:avLst/>
          </a:prstGeom>
          <a:noFill/>
          <a:ln/>
        </p:spPr>
        <p:txBody>
          <a:bodyPr wrap="square" rtlCol="0" anchor="ctr"/>
          <a:lstStyle/>
          <a:p>
            <a:pPr indent="0" marL="0">
              <a:buNone/>
            </a:pPr>
            <a:r>
              <a:rPr lang="en-US" sz="1400" dirty="0">
                <a:solidFill>
                  <a:srgbClr val="000000"/>
                </a:solidFill>
              </a:rPr>
              <a:t>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000000"/>
                </a:solidFill>
              </a:rPr>
              <a:t>Slide 2: key idea</a:t>
            </a:r>
            <a:endParaRPr lang="en-US" sz="2800" dirty="0"/>
          </a:p>
        </p:txBody>
      </p:sp>
      <p:sp>
        <p:nvSpPr>
          <p:cNvPr id="3" name="Text 1"/>
          <p:cNvSpPr/>
          <p:nvPr/>
        </p:nvSpPr>
        <p:spPr>
          <a:xfrm>
            <a:off x="457200" y="1463040"/>
            <a:ext cx="8229600" cy="2286000"/>
          </a:xfrm>
          <a:prstGeom prst="rect">
            <a:avLst/>
          </a:prstGeom>
          <a:noFill/>
          <a:ln/>
        </p:spPr>
        <p:txBody>
          <a:bodyPr wrap="square" rtlCol="0" anchor="ctr"/>
          <a:lstStyle/>
          <a:p>
            <a:pPr indent="0" marL="0">
              <a:buNone/>
            </a:pPr>
            <a:r>
              <a:rPr lang="en-US" sz="1400" dirty="0">
                <a:solidFill>
                  <a:srgbClr val="000000"/>
                </a:solidFill>
              </a:rPr>
              <a:t>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000000"/>
                </a:solidFill>
              </a:rPr>
              <a:t>Slide 3: key idea</a:t>
            </a:r>
            <a:endParaRPr lang="en-US" sz="2800" dirty="0"/>
          </a:p>
        </p:txBody>
      </p:sp>
      <p:sp>
        <p:nvSpPr>
          <p:cNvPr id="3" name="Text 1"/>
          <p:cNvSpPr/>
          <p:nvPr/>
        </p:nvSpPr>
        <p:spPr>
          <a:xfrm>
            <a:off x="457200" y="1463040"/>
            <a:ext cx="8229600" cy="2286000"/>
          </a:xfrm>
          <a:prstGeom prst="rect">
            <a:avLst/>
          </a:prstGeom>
          <a:noFill/>
          <a:ln/>
        </p:spPr>
        <p:txBody>
          <a:bodyPr wrap="square" rtlCol="0" anchor="ctr"/>
          <a:lstStyle/>
          <a:p>
            <a:pPr indent="0" marL="0">
              <a:buNone/>
            </a:pPr>
            <a:r>
              <a:rPr lang="en-US" sz="1400" dirty="0">
                <a:solidFill>
                  <a:srgbClr val="000000"/>
                </a:solidFill>
              </a:rPr>
              <a:t>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000000"/>
                </a:solidFill>
              </a:rPr>
              <a:t>Slide 4: key idea</a:t>
            </a:r>
            <a:endParaRPr lang="en-US" sz="2800" dirty="0"/>
          </a:p>
        </p:txBody>
      </p:sp>
      <p:sp>
        <p:nvSpPr>
          <p:cNvPr id="3" name="Text 1"/>
          <p:cNvSpPr/>
          <p:nvPr/>
        </p:nvSpPr>
        <p:spPr>
          <a:xfrm>
            <a:off x="457200" y="1463040"/>
            <a:ext cx="8229600" cy="2286000"/>
          </a:xfrm>
          <a:prstGeom prst="rect">
            <a:avLst/>
          </a:prstGeom>
          <a:noFill/>
          <a:ln/>
        </p:spPr>
        <p:txBody>
          <a:bodyPr wrap="square" rtlCol="0" anchor="ctr"/>
          <a:lstStyle/>
          <a:p>
            <a:pPr indent="0" marL="0">
              <a:buNone/>
            </a:pPr>
            <a:r>
              <a:rPr lang="en-US" sz="1400" dirty="0">
                <a:solidFill>
                  <a:srgbClr val="000000"/>
                </a:solidFill>
              </a:rPr>
              <a:t>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Learning is easier when the book and the notebook sit side by side.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2026-10-10T09:53:06Z</dcterms:created>
  <dcterms:modified xsi:type="dcterms:W3CDTF">2026-10-10T09:53:06Z</dcterms:modified>
</cp:coreProperties>
</file>